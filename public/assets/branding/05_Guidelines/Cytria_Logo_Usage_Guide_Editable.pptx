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c34a7ca58d4ab5" /><Relationship Type="http://schemas.openxmlformats.org/officeDocument/2006/relationships/extended-properties" Target="/docProps/app.xml" Id="R75c035fd57394add" /><Relationship Type="http://schemas.openxmlformats.org/officeDocument/2006/relationships/officeDocument" Target="/ppt/presentation.xml" Id="R4f0128186b1a4e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a7072ff76747a2"/>
  </p:sldMasterIdLst>
  <p:notesMasterIdLst>
    <p:notesMasterId xmlns:r="http://schemas.openxmlformats.org/officeDocument/2006/relationships" r:id="R719dcd2da01b48cd"/>
  </p:notesMasterIdLst>
  <p:sldIdLst>
    <p:sldId xmlns:r="http://schemas.openxmlformats.org/officeDocument/2006/relationships" id="256" r:id="R1afbd2afb5354db0"/>
    <p:sldId xmlns:r="http://schemas.openxmlformats.org/officeDocument/2006/relationships" id="257" r:id="R2de79f5ab8b74557"/>
    <p:sldId xmlns:r="http://schemas.openxmlformats.org/officeDocument/2006/relationships" id="258" r:id="Rac348d4f2f4240d7"/>
    <p:sldId xmlns:r="http://schemas.openxmlformats.org/officeDocument/2006/relationships" id="259" r:id="R430eff948d9a4295"/>
    <p:sldId xmlns:r="http://schemas.openxmlformats.org/officeDocument/2006/relationships" id="260" r:id="R3fa8b9fa0cac45b9"/>
    <p:sldId xmlns:r="http://schemas.openxmlformats.org/officeDocument/2006/relationships" id="261" r:id="R44951da3518b4305"/>
    <p:sldId xmlns:r="http://schemas.openxmlformats.org/officeDocument/2006/relationships" id="262" r:id="R61bd2b42c5784b16"/>
    <p:sldId xmlns:r="http://schemas.openxmlformats.org/officeDocument/2006/relationships" id="263" r:id="Rd2809089738847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33906ed7ec4101" /><Relationship Type="http://schemas.openxmlformats.org/officeDocument/2006/relationships/slideMaster" Target="/ppt/slideMasters/slideMaster1.xml" Id="R8ea7072ff76747a2" /><Relationship Type="http://schemas.openxmlformats.org/officeDocument/2006/relationships/notesMaster" Target="/ppt/notesMasters/notesMaster1.xml" Id="R719dcd2da01b48cd" /><Relationship Type="http://schemas.openxmlformats.org/officeDocument/2006/relationships/presProps" Target="/ppt/presProps.xml" Id="R5966b255eda143a3" /><Relationship Type="http://schemas.openxmlformats.org/officeDocument/2006/relationships/tableStyles" Target="/ppt/tableStyles.xml" Id="R788cf8f7bd984199" /><Relationship Type="http://schemas.openxmlformats.org/officeDocument/2006/relationships/slide" Target="/ppt/slides/slide1.xml" Id="R1afbd2afb5354db0" /><Relationship Type="http://schemas.openxmlformats.org/officeDocument/2006/relationships/slide" Target="/ppt/slides/slide2.xml" Id="R2de79f5ab8b74557" /><Relationship Type="http://schemas.openxmlformats.org/officeDocument/2006/relationships/slide" Target="/ppt/slides/slide3.xml" Id="Rac348d4f2f4240d7" /><Relationship Type="http://schemas.openxmlformats.org/officeDocument/2006/relationships/slide" Target="/ppt/slides/slide4.xml" Id="R430eff948d9a4295" /><Relationship Type="http://schemas.openxmlformats.org/officeDocument/2006/relationships/slide" Target="/ppt/slides/slide5.xml" Id="R3fa8b9fa0cac45b9" /><Relationship Type="http://schemas.openxmlformats.org/officeDocument/2006/relationships/slide" Target="/ppt/slides/slide6.xml" Id="R44951da3518b4305" /><Relationship Type="http://schemas.openxmlformats.org/officeDocument/2006/relationships/slide" Target="/ppt/slides/slide7.xml" Id="R61bd2b42c5784b16" /><Relationship Type="http://schemas.openxmlformats.org/officeDocument/2006/relationships/slide" Target="/ppt/slides/slide8.xml" Id="Rd2809089738847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4b23e7fb2e41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80b362f95f4a26" /><Relationship Type="http://schemas.openxmlformats.org/officeDocument/2006/relationships/notesMaster" Target="/ppt/notesMasters/notesMaster1.xml" Id="R890cde3faab348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63c9d2ddcb4594" /><Relationship Type="http://schemas.openxmlformats.org/officeDocument/2006/relationships/notesMaster" Target="/ppt/notesMasters/notesMaster1.xml" Id="R961972a2c7c741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6b07c6850346aa" /><Relationship Type="http://schemas.openxmlformats.org/officeDocument/2006/relationships/notesMaster" Target="/ppt/notesMasters/notesMaster1.xml" Id="R174733827a7543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638b8e26434adc" /><Relationship Type="http://schemas.openxmlformats.org/officeDocument/2006/relationships/notesMaster" Target="/ppt/notesMasters/notesMaster1.xml" Id="R92f803c3deae47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dd00aa55874001" /><Relationship Type="http://schemas.openxmlformats.org/officeDocument/2006/relationships/notesMaster" Target="/ppt/notesMasters/notesMaster1.xml" Id="Re0df92e95a2948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a9a4252d32412a" /><Relationship Type="http://schemas.openxmlformats.org/officeDocument/2006/relationships/notesMaster" Target="/ppt/notesMasters/notesMaster1.xml" Id="Re63817a6fb9140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60b2b038744452" /><Relationship Type="http://schemas.openxmlformats.org/officeDocument/2006/relationships/notesMaster" Target="/ppt/notesMasters/notesMaster1.xml" Id="R2ad7e626217c42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133202182b46f0" /><Relationship Type="http://schemas.openxmlformats.org/officeDocument/2006/relationships/notesMaster" Target="/ppt/notesMasters/notesMaster1.xml" Id="Rc1874c72349c49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0394e6a76e4a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f9163abf82447e" /><Relationship Type="http://schemas.openxmlformats.org/officeDocument/2006/relationships/slideLayout" Target="/ppt/slideLayouts/slideLayout1.xml" Id="R710e091f47d749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0e091f47d749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842c1229e4a03" /><Relationship Type="http://schemas.openxmlformats.org/officeDocument/2006/relationships/image" Target="/ppt/media/image.png" Id="R28c37300453a4372" /><Relationship Type="http://schemas.openxmlformats.org/officeDocument/2006/relationships/notesSlide" Target="/ppt/notesSlides/notesSlide1.xml" Id="R45d2771b317b4f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bf37f04414b43" /><Relationship Type="http://schemas.openxmlformats.org/officeDocument/2006/relationships/image" Target="/ppt/media/image2.png" Id="R35171db029a743fb" /><Relationship Type="http://schemas.openxmlformats.org/officeDocument/2006/relationships/image" Target="/ppt/media/image3.png" Id="Rfeee6361ff0b41c3" /><Relationship Type="http://schemas.openxmlformats.org/officeDocument/2006/relationships/notesSlide" Target="/ppt/notesSlides/notesSlide2.xml" Id="Rb0afc2323dc644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7ae85c95e4036" /><Relationship Type="http://schemas.openxmlformats.org/officeDocument/2006/relationships/image" Target="/ppt/media/image4.png" Id="Rf7f4f737a82b46ce" /><Relationship Type="http://schemas.openxmlformats.org/officeDocument/2006/relationships/image" Target="/ppt/media/image5.png" Id="Re137fb6d39c84370" /><Relationship Type="http://schemas.openxmlformats.org/officeDocument/2006/relationships/image" Target="/ppt/media/image6.png" Id="R21aa5cf979074db8" /><Relationship Type="http://schemas.openxmlformats.org/officeDocument/2006/relationships/image" Target="/ppt/media/image7.png" Id="R89d281d31a2c4cda" /><Relationship Type="http://schemas.openxmlformats.org/officeDocument/2006/relationships/notesSlide" Target="/ppt/notesSlides/notesSlide3.xml" Id="Rbda65cacc59844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22604e8d64026" /><Relationship Type="http://schemas.openxmlformats.org/officeDocument/2006/relationships/notesSlide" Target="/ppt/notesSlides/notesSlide4.xml" Id="Rd30b757698a64f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b365e256c43ae" /><Relationship Type="http://schemas.openxmlformats.org/officeDocument/2006/relationships/image" Target="/ppt/media/image8.png" Id="Ra9784613d46b4b34" /><Relationship Type="http://schemas.openxmlformats.org/officeDocument/2006/relationships/notesSlide" Target="/ppt/notesSlides/notesSlide5.xml" Id="R79bcd57bb7414d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4bddb6b224d46" /><Relationship Type="http://schemas.openxmlformats.org/officeDocument/2006/relationships/notesSlide" Target="/ppt/notesSlides/notesSlide6.xml" Id="R3b7a5ab7f25146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0f9069c2b41fc" /><Relationship Type="http://schemas.openxmlformats.org/officeDocument/2006/relationships/notesSlide" Target="/ppt/notesSlides/notesSlide7.xml" Id="R0b5cd46da02a4e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9cc8e94ca4b32" /><Relationship Type="http://schemas.openxmlformats.org/officeDocument/2006/relationships/notesSlide" Target="/ppt/notesSlides/notesSlide8.xml" Id="R0291318fce4542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B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37300453a4372"/>
          <a:stretch xmlns:a="http://schemas.openxmlformats.org/drawingml/2006/main"/>
        </p:blipFill>
        <p:spPr>
          <a:xfrm xmlns:a="http://schemas.openxmlformats.org/drawingml/2006/main">
            <a:off x="1061269" y="1066800"/>
            <a:ext cx="6678561" cy="2476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97951-ED9D-435E-BC40-F0E5D54C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rPr>
              <a:t>BRAND ASSET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50717-0916-4674-96EC-D3AEAF6B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809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Logo usage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20784-0E5D-4443-B48A-A67B9E0A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7D0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C7D0D5"/>
                </a:solidFill>
                <a:latin typeface="Bitstream Charter"/>
                <a:ea typeface="Bitstream Charter"/>
                <a:cs typeface="Bitstream Charter"/>
              </a:rPr>
              <a:t>Editable standards for safe use and digital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719CC-D1EC-4667-887F-547F633F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EB9B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AEB9BF"/>
                </a:solidFill>
                <a:latin typeface="Bitstream Charter"/>
                <a:ea typeface="Bitstream Charter"/>
                <a:cs typeface="Bitstream Charter"/>
              </a:rPr>
              <a:t>VERSION 2.0  | 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062BA-50C4-4BC6-ADD1-26887D22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4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0BFA2-3169-4B8A-BE1F-25102EA4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9B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AEB9BF"/>
                </a:solidFill>
                <a:latin typeface="Bitstream Charter"/>
                <a:ea typeface="Bitstream Charter"/>
                <a:cs typeface="Bitstream Charter"/>
              </a:rPr>
              <a:t>CYTRIA BRAND ASSETS  |  VERSION 2.0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85E1A-7848-4CA2-AB51-E366E742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9B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AEB9B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29562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234B7-A126-49D5-9878-E8E9EDCA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76115-6393-41E7-86F9-457B7F63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Approved logo versions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BC833-1A0A-48AE-8AD2-08E4D357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Always select the artwork designed for the background beneath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36A92-BCFC-43D0-A49A-558A7950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71db029a743fb"/>
          <a:stretch xmlns:a="http://schemas.openxmlformats.org/drawingml/2006/main"/>
        </p:blipFill>
        <p:spPr>
          <a:xfrm xmlns:a="http://schemas.openxmlformats.org/drawingml/2006/main">
            <a:off x="4747444" y="2076450"/>
            <a:ext cx="2697111" cy="1000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CC288-77CE-4AEE-B7EB-337EB5B4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PRIMARY  |  ON LIGHT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91C90-6B43-4BC8-994D-D49CFD7E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1082040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0D1B25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e6361ff0b41c3"/>
          <a:stretch xmlns:a="http://schemas.openxmlformats.org/drawingml/2006/main"/>
        </p:blipFill>
        <p:spPr>
          <a:xfrm xmlns:a="http://schemas.openxmlformats.org/drawingml/2006/main">
            <a:off x="4747444" y="4048125"/>
            <a:ext cx="2697111" cy="1000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B4001-F73E-4255-BC65-972FA6C5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720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REVERSED  |  ON DARK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9A0C6-EFD5-4CA4-BB46-F6F6E492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Use SVG as the production master. One-colour variants are reserved for constrained reproduction.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C08E2-7F23-41C3-9DE8-4F87F1C1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1206B-C7D7-4B0E-AE65-60F4F5AF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CYTRIA BRAND ASSETS  |  VERSION 2.0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8C4DA-B71C-420D-A735-67870BD9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190318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88A40-0B83-4B8C-8E1E-5FFB40FB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86E69-EEE9-4009-B3D3-E6C53A6F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C symbol and social profiles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91F42-9953-4619-AB95-D3BBE432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Use the C when the full name would be too small, repetitive or visually constrained.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D29A4-4162-4BFC-8182-F5BFE01C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28875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4f737a82b46ce"/>
          <a:stretch xmlns:a="http://schemas.openxmlformats.org/drawingml/2006/main"/>
        </p:blipFill>
        <p:spPr>
          <a:xfrm xmlns:a="http://schemas.openxmlformats.org/drawingml/2006/main">
            <a:off x="1065989" y="2114550"/>
            <a:ext cx="1678021" cy="1714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F438D-9DAB-4360-A108-44ECCADD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76675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C SYMBOL  |  LIGHT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BC0E9-5741-4BBF-9B56-940E7C46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428875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0D1B25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7fb6d39c84370"/>
          <a:stretch xmlns:a="http://schemas.openxmlformats.org/drawingml/2006/main"/>
        </p:blipFill>
        <p:spPr>
          <a:xfrm xmlns:a="http://schemas.openxmlformats.org/drawingml/2006/main">
            <a:off x="3713939" y="2114550"/>
            <a:ext cx="1678021" cy="1714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881E2-5727-47FC-9243-9BCAEEEF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76675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 SYMBOL  |  DARK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a5cf979074db8"/>
          <a:stretch xmlns:a="http://schemas.openxmlformats.org/drawingml/2006/main"/>
        </p:blipFill>
        <p:spPr>
          <a:xfrm xmlns:a="http://schemas.openxmlformats.org/drawingml/2006/main">
            <a:off x="6515100" y="1809750"/>
            <a:ext cx="2381250" cy="238125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281d31a2c4cda"/>
          <a:stretch xmlns:a="http://schemas.openxmlformats.org/drawingml/2006/main"/>
        </p:blipFill>
        <p:spPr>
          <a:xfrm xmlns:a="http://schemas.openxmlformats.org/drawingml/2006/main">
            <a:off x="9124950" y="1809750"/>
            <a:ext cx="2381250" cy="2381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033BB-1A1D-4ACA-A37F-68B19CB9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rPr>
              <a:t>SOCIAL PROFILE RULE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CB08F8-D1E6-4EA5-9A6A-AB6599EE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Use the prepared square masters. Their built-in padding protects the mark when platforms apply circular or rounded crops.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D6209-8535-47A5-9EF1-9D7DAD71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65F5C-53CC-4CF4-B24B-AEEE14FD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CYTRIA BRAND ASSETS  |  VERSION 2.0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123A8A-9F00-4539-A60B-0FD83C6C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981652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7A95BB-8F36-4FA9-82CA-53849B87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3407F-61CD-452E-ACEC-70BF5A3A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Colour palette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E45DC-26CA-4621-B6BB-3A11308B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Use the defined values rather than sampling compressed screenshots or social images.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E01F1-378D-485A-89A0-1EC86B21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438400" cy="2476500"/>
          </a:xfrm>
          <a:prstGeom xmlns:a="http://schemas.openxmlformats.org/drawingml/2006/main" prst="roundRect">
            <a:avLst>
              <a:gd name="adj" fmla="val 5469"/>
            </a:avLst>
          </a:prstGeom>
          <a:solidFill xmlns:a="http://schemas.openxmlformats.org/drawingml/2006/main">
            <a:srgbClr val="0D1B2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E64BB-8C38-4696-97A4-92092356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CYTRIA NAVY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0B3EF-1F94-437F-B0FC-3A6D7BAA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#0D1B25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9AB03-62AB-4333-87A9-663DD83A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RGB 13 27 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41138-3ABC-4F85-A011-4B1746EE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52625"/>
            <a:ext cx="2438400" cy="2476500"/>
          </a:xfrm>
          <a:prstGeom xmlns:a="http://schemas.openxmlformats.org/drawingml/2006/main" prst="roundRect">
            <a:avLst>
              <a:gd name="adj" fmla="val 5469"/>
            </a:avLst>
          </a:prstGeom>
          <a:solidFill xmlns:a="http://schemas.openxmlformats.org/drawingml/2006/main">
            <a:srgbClr val="CD9C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2682A-A948-4991-89A0-8825CE1E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480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CYTRIA GOLD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BE0D7-EC20-499C-B5CD-19716A3C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290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#CD9C44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D3838-1EA1-4EDC-B1F5-E7FD2D14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9095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RGB 205 156 68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2808C0-CBB4-43AA-B37A-5C59B752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2438400" cy="2476500"/>
          </a:xfrm>
          <a:prstGeom xmlns:a="http://schemas.openxmlformats.org/drawingml/2006/main" prst="roundRect">
            <a:avLst>
              <a:gd name="adj" fmla="val 5469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48A5A-252C-453F-906E-B1640F52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OFF-WHITE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A7B75-AE00-4356-8307-75220ACE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290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#F7F8F6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6CB82-E383-42B8-8AA4-71A224B8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9095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RGB 247 248 246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CEC91-6C8F-4233-8567-644B8CAB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52625"/>
            <a:ext cx="2438400" cy="2476500"/>
          </a:xfrm>
          <a:prstGeom xmlns:a="http://schemas.openxmlformats.org/drawingml/2006/main" prst="roundRect">
            <a:avLst>
              <a:gd name="adj" fmla="val 5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338361-0869-4C39-A547-0F51F549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480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WHITE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6599F-C861-414E-A3E6-39B6FCD2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#FFFFFF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FEAFF-461C-49AB-BC5D-08939275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9095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RGB 255 255 255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970CC-FE20-423E-B507-BBDDDDE1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rPr>
              <a:t>COLOUR INTEGRITY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28C310-B10C-408C-A62C-E98385F3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Keep the gold segment consistent across every application. Use flat colours for reliable reproduction, crisp small-size rendering and predictable contrast.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4759AE-CC9F-4E19-8362-EFD77875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A74FF1-6072-4A4C-A6DF-94C21703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CYTRIA BRAND ASSETS  |  VERSION 2.0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F2BBF0-03A7-471D-B146-F222F253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679890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95E40-C277-47DE-A93F-CCDA2887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5E23A-45E2-42C3-856C-D2177E33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Clear space and minimum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A203C-F64E-4572-A4CC-70D7D7E9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Give the identity enough room to remain recognisable, calm and authoritative.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2D0F1-0B64-4F9E-A28C-502F717D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953000" cy="3524250"/>
          </a:xfrm>
          <a:prstGeom xmlns:a="http://schemas.openxmlformats.org/drawingml/2006/main" prst="roundRect">
            <a:avLst>
              <a:gd name="adj" fmla="val 3784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84613d46b4b34"/>
          <a:stretch xmlns:a="http://schemas.openxmlformats.org/drawingml/2006/main"/>
        </p:blipFill>
        <p:spPr>
          <a:xfrm xmlns:a="http://schemas.openxmlformats.org/drawingml/2006/main">
            <a:off x="1997007" y="2428875"/>
            <a:ext cx="2330585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BAFAC-6986-49BF-873B-37A558CE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143125"/>
            <a:ext cx="2952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9C4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7D8CA-8E52-48F6-8E39-3BE0945F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rPr>
              <a:t>CLEAR SPACE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5B2BC-86B8-4194-A4A4-EB72912D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Maintain empty space equal to the width of the main C stroke around every side. Social masters already include crop-safe padding.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6498A-978B-4446-B44A-2B3E23A4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rPr>
              <a:t>MINIMUM SIZE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33058-06DC-4CDA-AFD2-CF5B9B00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Full logo     120 px digital / 30 mm print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C symbol      24 px digital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Bicolour C    32 px preferred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Below 32 px   Use favicon assets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3C7D8-1632-44A0-9B55-8DB59225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BC2C6-428F-4EFD-8A64-18E110B4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CYTRIA BRAND ASSETS  |  VERSION 2.0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51549-F8C5-4CC5-A182-C8AF4D72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211415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F6D8A-D98E-44D6-BC20-24597FEB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C2238-A0C8-461A-97E3-3E72ED0C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Forbidden usage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A3839-0085-4DD1-BDA5-6C2A8226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Consistency protects recognition and prevents the identity from becoming visually unstable.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1641E-1847-4428-9793-C2765F08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•  Do not stretch, compress, rotate, skew, crop or rearrange the artwork.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•  Do not recolour, resize or reposition the gold segment.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•  Do not recreate the wordmark using live text or a substitute font.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•  Do not add shadows, glows, outlines, gradients or decorative effects.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376E0-9248-4C00-83CB-91CE32B9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51816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•  Do not use navy on dark backgrounds or white on pale backgrounds.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•  Do not place the logo over busy photography without a clean holding area.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•  Do not violate the clear space or use illegibly small artwork.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•  Do not use the original raster preview as a production master.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B868C-9A52-4A59-89E9-162A04F8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D1B2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0A4B7-5D54-49D0-A6BD-11819F6E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864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Photography: use a quiet high-contrast area or a controlled navy/off-white holding surface.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B52DC-DBE1-4256-82E4-07F80C9A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08751-4BD4-4770-88DF-F9A43608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CYTRIA BRAND ASSETS  |  VERSION 2.0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2C4FA-538F-4405-8E66-385197BD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513573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CB69B-9003-4173-8920-C8922ED2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7AE5F-7F47-45DD-ACA3-0725A056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Website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4244A-CFA2-4005-B096-BF6F098C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Keep the full lockup as one SVG image. Do not combine a C image with typed 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A9DF6-8E00-4B9F-99F8-1F8B2C99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334000" cy="3524250"/>
          </a:xfrm>
          <a:prstGeom xmlns:a="http://schemas.openxmlformats.org/drawingml/2006/main" prst="roundRect">
            <a:avLst>
              <a:gd name="adj" fmla="val 3784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EACC8-77DC-4256-AE69-D9A702A6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rPr>
              <a:t>NEXT.JS HEADER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E74F4-205F-49AA-B809-81440D5A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4667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&lt;Image</a:t>
            </a:r>
          </a:p>
          <a:p xmlns:a="http://schemas.openxmlformats.org/drawingml/2006/main">
            <a:pPr>
              <a:defRPr sz="1275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  src="/brand/cytria-logo-on-light.svg"</a:t>
            </a:r>
          </a:p>
          <a:p xmlns:a="http://schemas.openxmlformats.org/drawingml/2006/main">
            <a:pPr>
              <a:defRPr sz="1275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  alt="Cytria"</a:t>
            </a:r>
          </a:p>
          <a:p xmlns:a="http://schemas.openxmlformats.org/drawingml/2006/main">
            <a:pPr>
              <a:defRPr sz="1275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  width={190}</a:t>
            </a:r>
          </a:p>
          <a:p xmlns:a="http://schemas.openxmlformats.org/drawingml/2006/main">
            <a:pPr>
              <a:defRPr sz="1275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  height={70}</a:t>
            </a:r>
          </a:p>
          <a:p xmlns:a="http://schemas.openxmlformats.org/drawingml/2006/main">
            <a:pPr>
              <a:defRPr sz="1275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  priority</a:t>
            </a:r>
          </a:p>
          <a:p xmlns:a="http://schemas.openxmlformats.org/drawingml/2006/main">
            <a:pPr>
              <a:defRPr sz="1275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/&gt;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F4F86-E378-4BC7-B7B3-FEE2A8DD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526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rPr>
              <a:t>HEADER AND FOOTER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16600-6B73-4AC8-AD67-031367ED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860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Use the on-light SVG on pale surfaces and the on-dark SVG on navy or dark surfaces. Preserve the SVG viewBox and natural aspect ratio.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5E49B-651E-4587-A4E4-4312A5B7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71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rPr>
              <a:t>FAVICON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BAADB-E5B8-4F1D-BCC3-3DBF2F63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Copy the Web folder into the public directory. Reference favicon.svg, apple-touch-icon.png and site.webmanifest in the application metadata.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69DA4-F944-4C57-8C38-15B08C23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673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The SVG favicon adapts for dark browser themes while retaining Cytria Gold.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9392C-1579-4594-89BB-A3A375B9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CB9AB0-3F12-427A-A421-22DE3F39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CYTRIA BRAND ASSETS  |  VERSION 2.0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7D3A2-74AF-443F-A106-C2C58C97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09241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242F28-CB7D-4D38-A287-63277702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373C3-E3A0-4176-BB92-108B6CBD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File selection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C09D2-0159-41A9-BF47-67FD2792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Use the master appropriate to the application and avoid uncontrolled duplicates.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25CBE-5558-4353-BEFE-6B876400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E3DCB-21E2-4F06-BC22-1F37BC2C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903E9-ABE5-4682-8568-CED0B9D8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050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MASTER SVG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BCDDE-2096-4265-A5A9-795AFBAC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Preferred production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31B71-1056-4EEE-974D-2EC61C6A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29730-B3DF-4C19-9F0D-39E4357C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6C21E-5247-4B67-BE04-4B9210C2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479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PNG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84ECB-A403-41B3-A989-A6BD934A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Transparent document fallbacks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6ACB2-02C6-43F4-AA8B-4C8DDC61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820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53919-F011-4312-85F3-1B77D6FD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F226F-A77D-4CEA-95B4-7BE64FED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909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SOCIAL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7FAB2-B029-4CCD-BC91-5939607E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090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Crop-safe profile images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78A724-EAD7-4BD4-8603-ACB26A0F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820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C2F529-AD97-4EE3-AFA4-F621AE4C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44E365-E045-4BF6-8DDC-1074B14A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133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WEB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074C4A-4A48-4A1E-9C1E-A78A6BD1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3385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Favicons, touch icons and manifest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EFADA4-BEA9-4248-BDCD-00C4241F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820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8F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E81D31-A861-4A6B-8D0C-600E8F07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8A9430-BEBE-4898-9DA2-B31F919B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768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GUIDELINES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ED567A-F1A9-4018-9300-03B4D70C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7680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Governance and handoff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1A63B9-EDC0-4EF8-8593-13FC6399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CD9C44"/>
                </a:solidFill>
                <a:latin typeface="Bitstream Charter"/>
                <a:ea typeface="Bitstream Charter"/>
                <a:cs typeface="Bitstream Charter"/>
              </a:rPr>
              <a:t>SOURCE OF TRUTH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ED8C7D-D8A8-4136-A395-099A69F8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38800"/>
            <a:ext cx="864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0D1B25"/>
                </a:solidFill>
                <a:latin typeface="Bitstream Charter"/>
                <a:ea typeface="Bitstream Charter"/>
                <a:cs typeface="Bitstream Charter"/>
              </a:rPr>
              <a:t>Derive new exports from the supplied SVG masters. Record geometry or colour changes as a new kit version.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D64BEE-D18C-4EB5-AD4F-CFCE7EB7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69F839-B082-4F56-9936-A1E4735C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CYTRIA BRAND ASSETS  |  VERSION 2.0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BA7A7F-193D-40C1-AA5A-006A9E42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2616A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473502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2026-09-16T09:16:58.3840000Z</dcterms:created>
  <dcterms:modified xsi:type="dcterms:W3CDTF">2026-09-16T09:16:58.3840000Z</dcterms:modified>
</coreProperties>
</file>